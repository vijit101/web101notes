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-  Under the Hood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and the TDZ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JavaScript does with your code before it runs a single line of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0" y="109728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974" y="1349654"/>
            <a:ext cx="546811" cy="5468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 that explains every confusing undefined you have ever seen.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27000" dist="25400" dir="54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545690"/>
            <a:ext cx="404165" cy="4041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32888" y="23591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253288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8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Execution Context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JavaScript builds before running anything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0712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612900000" dist="322580000" dir="324000000000">
              <a:srgbClr val="94A3B8">
                <a:alpha val="18000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570" y="2545690"/>
            <a:ext cx="404165" cy="40416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23591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539496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8" dirty="0"/>
          </a:p>
        </p:txBody>
      </p:sp>
      <p:sp>
        <p:nvSpPr>
          <p:cNvPr id="17" name="Text 13"/>
          <p:cNvSpPr/>
          <p:nvPr/>
        </p:nvSpPr>
        <p:spPr>
          <a:xfrm>
            <a:off x="3685032" y="3337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and memory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685032" y="4206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phases every execution context goes through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72784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0483830000000" dist="4096766000000" dir="19440000000000000">
              <a:srgbClr val="94A3B8">
                <a:alpha val="18000000000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47104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2" y="2545690"/>
            <a:ext cx="404165" cy="40416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57032" y="23591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8"/>
          <p:cNvSpPr/>
          <p:nvPr/>
        </p:nvSpPr>
        <p:spPr>
          <a:xfrm>
            <a:off x="8257032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8" dirty="0"/>
          </a:p>
        </p:txBody>
      </p:sp>
      <p:sp>
        <p:nvSpPr>
          <p:cNvPr id="24" name="Text 19"/>
          <p:cNvSpPr/>
          <p:nvPr/>
        </p:nvSpPr>
        <p:spPr>
          <a:xfrm>
            <a:off x="6547104" y="3337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547104" y="4206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variable can be used before it is declared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134856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60144641000000000" dist="52028928200000000" dir="1.1664e+21">
              <a:srgbClr val="94A3B8">
                <a:alpha val="1800000000000000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09176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714" y="2545690"/>
            <a:ext cx="404165" cy="40416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1119104" y="23591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4"/>
          <p:cNvSpPr/>
          <p:nvPr/>
        </p:nvSpPr>
        <p:spPr>
          <a:xfrm>
            <a:off x="11119104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8" dirty="0"/>
          </a:p>
        </p:txBody>
      </p:sp>
      <p:sp>
        <p:nvSpPr>
          <p:cNvPr id="31" name="Text 25"/>
          <p:cNvSpPr/>
          <p:nvPr/>
        </p:nvSpPr>
        <p:spPr>
          <a:xfrm>
            <a:off x="9409176" y="3337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Dead Zone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409176" y="4206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let and const throw instead of giving undefined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5852160"/>
            <a:ext cx="11109960" cy="621792"/>
          </a:xfrm>
          <a:prstGeom prst="roundRect">
            <a:avLst>
              <a:gd name="adj" fmla="val 17647"/>
            </a:avLst>
          </a:prstGeom>
          <a:solidFill>
            <a:srgbClr val="E7FBEF"/>
          </a:solidFill>
          <a:ln/>
        </p:spPr>
      </p:sp>
      <p:sp>
        <p:nvSpPr>
          <p:cNvPr id="34" name="Shape 28"/>
          <p:cNvSpPr/>
          <p:nvPr/>
        </p:nvSpPr>
        <p:spPr>
          <a:xfrm>
            <a:off x="804672" y="606247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1143000" y="58521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ideas are one single story. By the end you will be able to predict the output of any snippet.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these three outputs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of code, three completely different results. By the end of today you will know exactly why.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3.3038369407e+21" dist="660767388140000000000" dir="6.9984e+25">
              <a:srgbClr val="94A3B8">
                <a:alpha val="1.8e+2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4288" y="4206240"/>
            <a:ext cx="0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461772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F3E0"/>
          </a:solidFill>
          <a:ln/>
          <a:effectLst>
            <a:outerShdw sx="100000" sy="100000" kx="0" ky="0" algn="bl" rotWithShape="0" blurRad="4.1958729146890005e+25" dist="8.391745829378e+24" dir="4.19904e+30">
              <a:srgbClr val="94A3B8">
                <a:alpha val="1.8e+2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617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423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5.328758601655031e+29" dist="1.0657517203310059e+29" dir="2.519424e+35">
              <a:srgbClr val="94A3B8">
                <a:alpha val="1.7999999999999998e+3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2606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4206240"/>
            <a:ext cx="0" cy="3200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25112" y="461772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EF2F4"/>
          </a:solidFill>
          <a:ln/>
          <a:effectLst>
            <a:outerShdw sx="100000" sy="100000" kx="0" ky="0" algn="bl" rotWithShape="0" blurRad="6.767523424101889e+33" dist="1.3535046848203775e+33" dir="1.5116544e+40">
              <a:srgbClr val="94A3B8">
                <a:alpha val="1.8e+3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07992" y="4617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423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8.594754748609398e+37" dist="1.7189509497218795e+37" dir="9.069926400000001e+44">
              <a:srgbClr val="94A3B8">
                <a:alpha val="1.8e+4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75904" y="2606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57232" y="4206240"/>
            <a:ext cx="0" cy="3200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01584" y="461772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EF2F4"/>
          </a:solidFill>
          <a:ln/>
          <a:effectLst>
            <a:outerShdw sx="100000" sy="100000" kx="0" ky="0" algn="bl" rotWithShape="0" blurRad="1.0915338530733936e+42" dist="2.183067706146787e+41" dir="5.44195584e+49">
              <a:srgbClr val="94A3B8">
                <a:alpha val="1.8e+4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84464" y="4617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is not defined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98932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617220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989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the second and third are not the same error. That difference is the whole point of the Temporal Dead Zone.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207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6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0574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1031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your code runs inside.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241280" y="5120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execution context?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.38624799340321e+46" dist="2.7724959868064195e+45" dir="3.2651735040000005e+54">
              <a:srgbClr val="94A3B8">
                <a:alpha val="1.8e+5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JavaScript creates to run your code inside.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your file starts, a Global Execution Context is created.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the memory for everything declared at the top level.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call creates its own execution context too.</a:t>
            </a:r>
            <a:endParaRPr lang="en-US" sz="1400" dirty="0"/>
          </a:p>
          <a:p>
            <a:pPr algn="l" marL="203200" indent="-2032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code finishes, the context is destroyed.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.7605349516220767e+50" dist="3.5210699032441527e+49" dir="1.9591041024000004e+59">
              <a:srgbClr val="94A3B8">
                <a:alpha val="1.8000000000000001e+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EXECUTION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2606040"/>
            <a:ext cx="4800600" cy="1417320"/>
          </a:xfrm>
          <a:prstGeom prst="roundRect">
            <a:avLst>
              <a:gd name="adj" fmla="val 774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2.2358793885600375e+54" dist="4.471758777120074e+53" dir="1.1754624614400003e+64">
              <a:srgbClr val="94A3B8">
                <a:alpha val="1.8e+6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component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309067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variable environment. Every variable and function name gets a slot here.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4160520"/>
            <a:ext cx="4800600" cy="1417320"/>
          </a:xfrm>
          <a:prstGeom prst="roundRect">
            <a:avLst>
              <a:gd name="adj" fmla="val 774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2.839566823471248e+58" dist="5.679133646942494e+57" dir="7.052774768640002e+68">
              <a:srgbClr val="94A3B8">
                <a:alpha val="1.8e+6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4297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component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46451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thread of execution. Runs your lines one at a time, top to bottom.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56692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halves, and they do their work at different times.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1401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context runs in two phases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does not start executing immediately. It scans your code first, then runs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E5EEFF"/>
          </a:solidFill>
          <a:ln/>
          <a:effectLst>
            <a:outerShdw sx="100000" sy="100000" kx="0" ky="0" algn="bl" rotWithShape="0" blurRad="3.606249865808485e+62" dist="7.212499731616968e+61" dir="4.2316648611840007e+73">
              <a:srgbClr val="94A3B8">
                <a:alpha val="1.8000000000000002e+7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481328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creation phase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scans the whole file before running it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and function name is put into memory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gets the placeholder value undefined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and const get memory but no value yet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declarations are stored completely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E7FBEF"/>
          </a:solidFill>
          <a:ln/>
          <a:effectLst>
            <a:outerShdw sx="100000" sy="100000" kx="0" ky="0" algn="bl" rotWithShape="0" blurRad="4.579937329576776e+66" dist="9.15987465915355e+65" dir="2.5389989167104004e+78">
              <a:srgbClr val="94A3B8">
                <a:alpha val="1.8000000000000003e+7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60604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150608" y="2606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phase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29184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lines run, one at a time, top to bottom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assigned into the slots made in phase 1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 create their own execution contexts</a:t>
            </a:r>
            <a:endParaRPr lang="en-US" sz="1300" dirty="0"/>
          </a:p>
          <a:p>
            <a:pPr algn="l"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your actual output happens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4023360"/>
            <a:ext cx="13716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604875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8064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is not a special rule. It is simply what you observe because phase 1 happens before phase 2.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memory fill up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5.816520408562505e+70" dist="1.1633040817125008e+70" dir="1.5233993500262402e+83">
              <a:srgbClr val="94A3B8">
                <a:alpha val="1.8000000000000004e+8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0370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20370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20370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112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E5E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499719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262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line 1 runs, JavaScript has already seen x, greet and y. It just has not assigned the values yet.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52160" y="2002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33172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23760" y="2404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MEMORY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256032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2697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0" y="3172968"/>
            <a:ext cx="25603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053328" y="31729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31729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...code }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648456"/>
            <a:ext cx="256032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3648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23760" y="36484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32520" y="3291840"/>
            <a:ext cx="292608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09828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98280" y="2331720"/>
            <a:ext cx="256032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9448" y="2404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378440" y="2404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MEMORY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189720" y="2697480"/>
            <a:ext cx="237744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9299448" y="2697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378440" y="2697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89720" y="3172968"/>
            <a:ext cx="23774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299448" y="3172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378440" y="31729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...code }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3648456"/>
            <a:ext cx="237744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9299448" y="36484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378440" y="36484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52160" y="45262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exist from the very beginning. Only the values arrive later.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phases does an execution context go through before your output appears?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7.386980918874382e+74" dist="1.477396183774876e+74" dir="9.14039610015744e+87">
              <a:srgbClr val="94A3B8">
                <a:alpha val="1.8000000000000005e+8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One: it just runs top to bottom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9.381465766970464e+78" dist="1.8762931533940924e+78" dir="5.484237660094465e+92">
              <a:srgbClr val="94A3B8">
                <a:alpha val="1.8000000000000007e+9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Two: memory creation, then code execution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.191446152405249e+83" dist="2.3828923048104974e+82" dir="3.2905425960566786e+97">
              <a:srgbClr val="94A3B8">
                <a:alpha val="1.8000000000000008e+9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Three: parse, compile, then run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.5131366135546663e+87" dist="3.0262732271093317e+86" dir="1.9743255576340073e+102">
              <a:srgbClr val="94A3B8">
                <a:alpha val="1.800000000000001e+10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whether you used var or let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563727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up. Then ask: in which of those phases does the word undefined first appear?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207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6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0574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1031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something before you declared it.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241280" y="5120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.9216834992144262e+91" dist="3.8433669984288512e+90" dir="1.1845953345804043e+107">
              <a:srgbClr val="94A3B8">
                <a:alpha val="1.800000000000001e+10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0370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20370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20370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1122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wrote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3931920"/>
            <a:ext cx="0" cy="32004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8640" y="42976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JavaScript effectively sees 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2.4405380440023213e+95" dist="4.8810760880046414e+94" dir="7.107572007482426e+111">
              <a:srgbClr val="94A3B8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8006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hoisted, undefined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3.099483315882948e+99" dist="6.198966631765894e+98" dir="4.2645432044894554e+116">
              <a:srgbClr val="94A3B8">
                <a:alpha val="1.800000000000001e+11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14884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is the behaviour where variables and functions can be referenced before the line that declares them, because their names were already placed in memory during the creation phase.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3E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4631436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297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physically moves up your file. The declarations were simply registered first.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0" y="534924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FFF3E0"/>
          </a:solidFill>
          <a:ln/>
          <a:effectLst>
            <a:outerShdw sx="100000" sy="100000" kx="0" ky="0" algn="bl" rotWithShape="0" blurRad="3.9363438111713435e+103" dist="7.872687622342685e+102" dir="2.5587259226936733e+121">
              <a:srgbClr val="94A3B8">
                <a:alpha val="1.800000000000001e+12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53492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log:  </a:t>
            </a:r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pPr algn="l" indent="0" marL="0">
              <a:buNone/>
            </a:pPr>
            <a:r>
              <a:rPr lang="en-US" sz="13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second log:  </a:t>
            </a:r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hoist differently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E7FBEF"/>
          </a:solidFill>
          <a:ln/>
          <a:effectLst>
            <a:outerShdw sx="100000" sy="100000" kx="0" ky="0" algn="bl" rotWithShape="0" blurRad="4.9991566401876064e+107" dist="9.998313280375211e+106" dir="1.535235553616204e+126">
              <a:srgbClr val="94A3B8">
                <a:alpha val="1.800000000000001e+12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  -  works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6.34892893303826e+111" dist="1.2697857866076517e+111" dir="9.211413321697224e+130">
              <a:srgbClr val="94A3B8">
                <a:alpha val="1.800000000000001e+13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889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"hello"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01091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68980" y="501091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MEMORY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525780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530352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8980" y="530352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function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complete, so it is callable straight away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EF2F4"/>
          </a:solidFill>
          <a:ln/>
          <a:effectLst>
            <a:outerShdw sx="100000" sy="100000" kx="0" ky="0" algn="bl" rotWithShape="0" blurRad="8.063139744958591e+115" dist="1.6126279489917177e+115" dir="5.526847993018334e+135">
              <a:srgbClr val="94A3B8">
                <a:alpha val="1.800000000000001e+13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920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expression  -  breaks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.024018747609741e+120" dist="2.0480374952194813e+119" dir="3.3161087958110005e+140">
              <a:srgbClr val="94A3B8">
                <a:alpha val="1.800000000000001e+14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7889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93776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501091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938260" y="501091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MEMORY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5303520"/>
            <a:ext cx="525780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530352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38260" y="530352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59436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just a var, so you are calling undefined()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console.log(x);  var x = 5;   What is printed?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.300503809464371e+124" dist="2.6010076189287412e+123" dir="1.9896652774866004e+145">
              <a:srgbClr val="94A3B8">
                <a:alpha val="1.8000000000000009e+14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.6516398380197513e+128" dist="3.303279676039501e+127" dir="1.1937991664919603e+150">
              <a:srgbClr val="94A3B8">
                <a:alpha val="1.800000000000001e+15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.0975825942850843e+132" dist="4.195165188570166e+131" dir="7.162794998951762e+154">
              <a:srgbClr val="94A3B8">
                <a:alpha val="1.800000000000001e+1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ReferenceError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.663929894742057e+136" dist="5.327859789484111e+135" dir="4.297676999371057e+159">
              <a:srgbClr val="94A3B8">
                <a:alpha val="1.800000000000001e+16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563727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Chorus answer on three. Then ask what memory held for x before that line ran.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16203A"/>
          </a:solidFill>
          <a:ln/>
        </p:spPr>
      </p:sp>
      <p:sp>
        <p:nvSpPr>
          <p:cNvPr id="3" name="Shape 1"/>
          <p:cNvSpPr/>
          <p:nvPr/>
        </p:nvSpPr>
        <p:spPr>
          <a:xfrm>
            <a:off x="5632704" y="160020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051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 and hoisting covered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66160" y="4480560"/>
            <a:ext cx="5056632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/>
          <a:effectLst>
            <a:outerShdw sx="100000" sy="100000" kx="0" ky="0" algn="bl" rotWithShape="0" blurRad="3.3831909663224124e+140" dist="6.766381932644821e+139" dir="2.5786061996226343e+164">
              <a:srgbClr val="94A3B8">
                <a:alpha val="1.800000000000001e+169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749040" y="4480560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 and the Temporal Dead Zone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2207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6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05740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Dead Zone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1031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Hoisted, but deliberately unreachable.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241280" y="5120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1401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and const are hoisted too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myth is that let and const are not hoisted. They are. They just are not initialised.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4.296652527229464e+144" dist="8.593305054458923e+143" dir="1.5471637197735807e+169">
              <a:srgbClr val="94A3B8">
                <a:alpha val="1.800000000000001e+17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1518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261518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261518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252374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ReferenceError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EF2F4"/>
          </a:solidFill>
          <a:ln/>
          <a:effectLst>
            <a:outerShdw sx="100000" sy="100000" kx="0" ky="0" algn="bl" rotWithShape="0" blurRad="5.456748709581419e+148" dist="1.0913497419162833e+148" dir="9.282982318641485e+173">
              <a:srgbClr val="94A3B8">
                <a:alpha val="1.800000000000001e+17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526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access 'b' before initialization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that message carefully. It says cannot access, not is not defined. JavaScript knows b exists. It is refusing to let you touch it yet.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3682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AFTER PHASE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44068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77063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938260" y="2770632"/>
            <a:ext cx="2446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MEMORY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9360" y="3063240"/>
            <a:ext cx="525780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06324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38260" y="3063240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538728"/>
            <a:ext cx="52578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53872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38260" y="353872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&lt;uninitialised&gt;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014216"/>
            <a:ext cx="5257800" cy="43891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014216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38260" y="4014216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&lt;uninitialised&gt;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61772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3952" y="497433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names are in memory. Only var was given a usable placeholder value.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566928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6.930070861168402e+152" dist="1.38601417223368e+152" dir="5.569789391184891e+178">
              <a:srgbClr val="94A3B8">
                <a:alpha val="1.8000000000000012e+184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56692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gap, where the name exists but cannot be read, is the Temporal Dead Zone.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Temporal Dead Zone, on a timeline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8.80118999368387e+156" dist="1.7602379987367734e+156" dir="3.3418736347109347e+183">
              <a:srgbClr val="94A3B8">
                <a:alpha val="1.8000000000000013e+18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5798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15798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15798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066544"/>
            <a:ext cx="9738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the TDZ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TDZ ends right here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now</a:t>
            </a:r>
            <a:pPr algn="l"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931920"/>
            <a:ext cx="5582412" cy="685800"/>
          </a:xfrm>
          <a:prstGeom prst="roundRect">
            <a:avLst>
              <a:gd name="adj" fmla="val 10667"/>
            </a:avLst>
          </a:prstGeom>
          <a:solidFill>
            <a:srgbClr val="FEF2F4"/>
          </a:solidFill>
          <a:ln w="19050">
            <a:solidFill>
              <a:srgbClr val="FB718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05840" y="3931920"/>
            <a:ext cx="55824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DEAD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8252" y="3931920"/>
            <a:ext cx="4567428" cy="685800"/>
          </a:xfrm>
          <a:prstGeom prst="roundRect">
            <a:avLst>
              <a:gd name="adj" fmla="val 10667"/>
            </a:avLst>
          </a:prstGeom>
          <a:solidFill>
            <a:srgbClr val="E7FBE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8252" y="3931920"/>
            <a:ext cx="45674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4290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" y="3273552"/>
            <a:ext cx="164592" cy="16459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 created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goes into memory, uninitialised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8252" y="34290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5956" y="3273552"/>
            <a:ext cx="164592" cy="16459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33772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name = 'Rahul' runs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33772" y="4992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assigned, TDZ ends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55680" y="342900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73384" y="3273552"/>
            <a:ext cx="164592" cy="16459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the program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992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behaves normally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E5EE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" y="594360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7607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means time-based. The variable is not permanently unusable, it is unusable for a window of time.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let and const side by side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PHASE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TOO EARLY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.1177511291978515e+161" dist="2.235502258395702e+160" dir="2.0051241808265608e+188">
              <a:srgbClr val="94A3B8">
                <a:alpha val="1.8000000000000013e+19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3774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3774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gives undefined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.4195439340812714e+165" dist="2.8390878681625417e+164" dir="1.2030745084959364e+193">
              <a:srgbClr val="94A3B8">
                <a:alpha val="1.8000000000000013e+19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2461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32461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uninitialised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32461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ReferenceError: cannot access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.8028207962832146e+169" dist="3.605641592566428e+168" dir="7.218447050975619e+197">
              <a:srgbClr val="94A3B8">
                <a:alpha val="1.8000000000000012e+20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14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41148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0" y="4114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uninitialised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114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ReferenceError: cannot access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109960" cy="749808"/>
          </a:xfrm>
          <a:prstGeom prst="roundRect">
            <a:avLst>
              <a:gd name="adj" fmla="val 14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2.2895824112796827e+173" dist="4.579164822559364e+172" dir="4.3310682305853715e+202">
              <a:srgbClr val="94A3B8">
                <a:alpha val="1.800000000000001e+20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983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declared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49834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0" y="49834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memory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63840" y="49834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ReferenceError: is not defined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870448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605332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8704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rows look similar but are different errors. cannot access means it exists; is not defined means it never did.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console.log(y);  let y = 5;   What happens?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.907769662325197e+177" dist="5.815539324650392e+176" dir="2.598640938351223e+207">
              <a:srgbClr val="94A3B8">
                <a:alpha val="1.8000000000000013e+21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undefined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3.692867471153e+181" dist="7.385734942305998e+180" dir="1.5591845630107338e+212">
              <a:srgbClr val="94A3B8">
                <a:alpha val="1.8000000000000013e+21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697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33172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5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4.68994168836431e+185" dist="9.379883376728618e+184" dir="9.355107378064403e+216">
              <a:srgbClr val="94A3B8">
                <a:alpha val="1.8000000000000013e+22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ReferenceError: cannot access 'y' before initialization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5.956225944222674e+189" dist="1.1912451888445345e+189" dir="5.613064426838642e+221">
              <a:srgbClr val="94A3B8">
                <a:alpha val="1.8000000000000013e+22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4160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794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ReferenceError: y is not defined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563727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are ReferenceErrors with different messages. Decide which one, and defend it.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all of it in the console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4069080"/>
          </a:xfrm>
          <a:prstGeom prst="roundRect">
            <a:avLst>
              <a:gd name="adj" fmla="val 224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7.564406949162795e+193" dist="1.5128813898325588e+193" dir="3.367838656103185e+226">
              <a:srgbClr val="94A3B8">
                <a:alpha val="1.8000000000000014e+2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942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24942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24942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15798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640080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e.message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works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"hi"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011680"/>
            <a:ext cx="3977640" cy="4069080"/>
          </a:xfrm>
          <a:prstGeom prst="roundRect">
            <a:avLst>
              <a:gd name="adj" fmla="val 275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9.60679682543675e+197" dist="1.9213593650873497e+197" dir="2.020703193661911e+231">
              <a:srgbClr val="94A3B8">
                <a:alpha val="1.8000000000000013e+23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01000" y="26060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two lines. undefined, exactly as predicted.</a:t>
            </a:r>
            <a:endParaRPr lang="en-US" sz="13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let. Read the error message out loud: cannot access.</a:t>
            </a:r>
            <a:endParaRPr lang="en-US" sz="13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greet before it is written. It just works.</a:t>
            </a:r>
            <a:endParaRPr lang="en-US" sz="13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sayHi. Different error, because it is only a var.</a:t>
            </a:r>
            <a:endParaRPr lang="en-US" sz="1300" dirty="0"/>
          </a:p>
          <a:p>
            <a:pPr algn="l" marL="190500" indent="-1905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to predict each one before I press Enter.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they design it this way?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.2200631968304672e+202" dist="2.440126393660934e+201" dir="1.2124219161971466e+236">
              <a:srgbClr val="94A3B8">
                <a:alpha val="1.8000000000000012e+24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var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is a silent failure. Your program keeps running with a wrong value, and the real bug shows up somewhere far away from the line that caused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892040" cy="1737360"/>
          </a:xfrm>
          <a:prstGeom prst="roundRect">
            <a:avLst>
              <a:gd name="adj" fmla="val 5263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.5494802599746934e+206" dist="3.0989605199493864e+205" dir="7.27453149718288e+240">
              <a:srgbClr val="94A3B8">
                <a:alpha val="1.800000000000001e+24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416052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12000"/>
              </a:lnSpc>
              <a:buNone/>
            </a:pP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error, but the damage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 already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.9678399301678605e+210" dist="3.9356798603357206e+209" dir="4.364718898309728e+245">
              <a:srgbClr val="94A3B8">
                <a:alpha val="1.800000000000001e+25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94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TDZ buys you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92240" y="26334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at the exact line where you made the mistake. Loud, immediate, and pointing straight at the problem.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88620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3794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the bug at the source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454456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44531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enforces declare before you 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520293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51114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code order meaningful again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predict the output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235440" y="50292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2.4991567113131827e+214" dist="4.9983134226263654e+213" dir="2.6188313389858368e+250">
              <a:srgbClr val="94A3B8">
                <a:alpha val="1.8000000000000008e+25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0" y="713232"/>
            <a:ext cx="502920" cy="50292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021" y="8339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12680" y="685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four, one scribe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418320" y="1152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10 min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1109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3.173929023367742e+218" dist="6.347858046735484e+217" dir="1.571298803391502e+255">
              <a:srgbClr val="94A3B8">
                <a:alpha val="1.8000000000000007e+264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1920240"/>
            <a:ext cx="10561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 </a:t>
            </a:r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snippets are on the board. Write down what each one prints, before running anything.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3566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console.log(p); var p = 1;      and      console.log(q); let q = 2;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85800" y="4343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function declaration before it is written, then a function expression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85800" y="51206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four: compare answers, and name the exact error message where one is thrown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85800" y="5897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5897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5897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scribe per row reports which snippet split the row most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4.0308898596770327e+222" dist="8.061779719354066e+221" dir="9.427792820349012e+259">
              <a:srgbClr val="94A3B8">
                <a:alpha val="1.8000000000000006e+26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86" y="242864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8308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created before any line runs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5.119230121789831e+226" dist="1.0238460243579663e+226" dir="5.656675692209407e+264">
              <a:srgbClr val="94A3B8">
                <a:alpha val="1.8000000000000007e+27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766" y="242864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45236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creation first, then code execution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.501422254673086e+230" dist="1.3002844509346172e+230" dir="3.3940054153256444e+269">
              <a:srgbClr val="94A3B8">
                <a:alpha val="1.8000000000000008e+279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86" y="380024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8308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observe because phase 1 ran first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4652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.25680626343482e+234" dist="1.6513612526869638e+234" dir="2.0364032491953868e+274">
              <a:srgbClr val="94A3B8">
                <a:alpha val="1.8000000000000007e+284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66" y="380024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5236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 and given undefined, so it fails silently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.048614395456222e+239" dist="2.097228790912444e+238" dir="1.221841949517232e+279">
              <a:srgbClr val="94A3B8">
                <a:alpha val="1.8000000000000007e+289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486" y="517184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and const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78308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 but uninitialised, so they throw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44652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.331740282229402e+243" dist="2.663480564458804e+242" dir="7.331051697103393e+283">
              <a:srgbClr val="94A3B8">
                <a:alpha val="1.8000000000000007e+294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7512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766" y="5171846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TDZ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745236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between the name existing and being usable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3716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853" y="1656893"/>
            <a:ext cx="618134" cy="618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doubts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take any old file of yours and predict its output before running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4480560"/>
            <a:ext cx="4873752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.6913101584313406e+247" dist="3.3826203168626813e+246" dir="4.3986310182620354e+288">
              <a:srgbClr val="94A3B8">
                <a:alpha val="1.8000000000000008e+299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0" y="4480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by default, let when it changes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Context, Hoisting and the TDZ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2026-09-24T09:38:48Z</dcterms:created>
  <dcterms:modified xsi:type="dcterms:W3CDTF">2026-09-24T09:38:48Z</dcterms:modified>
</cp:coreProperties>
</file>