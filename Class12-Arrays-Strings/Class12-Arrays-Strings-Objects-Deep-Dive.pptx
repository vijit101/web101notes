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554480"/>
            <a:ext cx="4937760" cy="4937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291840" cy="32918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8016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 -  CLASS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into Arrays,</a:t>
            </a:r>
            <a:endParaRPr lang="en-US" sz="4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and Objects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not about syntax. It is about breaking problems into steps.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15600" y="1097280"/>
            <a:ext cx="1051560" cy="10515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006" y="1370686"/>
            <a:ext cx="504749" cy="5047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problems, solved together, live.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561234"/>
            <a:ext cx="373075" cy="3730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532888" y="2359152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532888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3337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indexing, traversal, sum, maximum, counting, and the useful methods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10712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85032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114" y="2561234"/>
            <a:ext cx="373075" cy="37307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394960" y="2359152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394960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685032" y="3337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685032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indexing, length, traversal, vowels, reversal, palindromes, methods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72784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547104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186" y="2561234"/>
            <a:ext cx="373075" cy="37307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257032" y="2359152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257032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547104" y="3337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547104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and bracket access, modifying, for-in traversal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9134856" y="201168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409176" y="2359152"/>
            <a:ext cx="777240" cy="777240"/>
          </a:xfrm>
          <a:prstGeom prst="ellipse">
            <a:avLst/>
          </a:prstGeom>
          <a:solidFill>
            <a:srgbClr val="E5EEF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1258" y="2561234"/>
            <a:ext cx="373075" cy="373075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11119104" y="2359152"/>
            <a:ext cx="438912" cy="438912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11119104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9409176" y="3337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of objects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9409176" y="4069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real application data is actually shaped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548640" y="5852160"/>
            <a:ext cx="11109960" cy="621792"/>
          </a:xfrm>
          <a:prstGeom prst="roundRect">
            <a:avLst>
              <a:gd name="adj" fmla="val 17647"/>
            </a:avLst>
          </a:prstGeom>
          <a:solidFill>
            <a:srgbClr val="E7FBEF"/>
          </a:solidFill>
          <a:ln/>
        </p:spPr>
      </p:sp>
      <p:sp>
        <p:nvSpPr>
          <p:cNvPr id="34" name="Shape 28"/>
          <p:cNvSpPr/>
          <p:nvPr/>
        </p:nvSpPr>
        <p:spPr>
          <a:xfrm>
            <a:off x="749808" y="6035040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29"/>
          <p:cNvSpPr/>
          <p:nvPr/>
        </p:nvSpPr>
        <p:spPr>
          <a:xfrm>
            <a:off x="1207008" y="5852160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Heavily focused on problem solving. Expect to write more code than you read today.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9621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LAST CLASS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488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values inside one variable.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4892040" cy="1051560"/>
          </a:xfrm>
          <a:prstGeom prst="roundRect">
            <a:avLst>
              <a:gd name="adj" fmla="val 10435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8992" y="314553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8"/>
          <p:cNvSpPr/>
          <p:nvPr/>
        </p:nvSpPr>
        <p:spPr>
          <a:xfrm>
            <a:off x="1316736" y="314553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314553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3456432"/>
            <a:ext cx="43799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"Mango"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"Banana"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206240"/>
            <a:ext cx="1630680" cy="59436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06240"/>
            <a:ext cx="163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837176"/>
            <a:ext cx="163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53640" y="4206240"/>
            <a:ext cx="1630680" cy="59436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3640" y="4206240"/>
            <a:ext cx="163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53640" y="4837176"/>
            <a:ext cx="163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084320" y="4206240"/>
            <a:ext cx="1630680" cy="59436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84320" y="4206240"/>
            <a:ext cx="163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84320" y="4837176"/>
            <a:ext cx="163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2960" y="5138928"/>
            <a:ext cx="4892040" cy="658368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4128" y="5340096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1481328" y="51389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Zero-based indexing: the first element sits at index 0.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196596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21488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92240" y="254203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stored as key and value pairs.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92240" y="2971800"/>
            <a:ext cx="1920240" cy="475488"/>
          </a:xfrm>
          <a:prstGeom prst="rect">
            <a:avLst/>
          </a:prstGeom>
          <a:solidFill>
            <a:srgbClr val="E5EEFF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29718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503920" y="2971800"/>
            <a:ext cx="288036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8641080" y="297180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'Rahul'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92240" y="3538728"/>
            <a:ext cx="1920240" cy="475488"/>
          </a:xfrm>
          <a:prstGeom prst="rect">
            <a:avLst/>
          </a:prstGeom>
          <a:solidFill>
            <a:srgbClr val="E5EEFF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35387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503920" y="3538728"/>
            <a:ext cx="288036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8641080" y="353872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92240" y="4105656"/>
            <a:ext cx="1920240" cy="475488"/>
          </a:xfrm>
          <a:prstGeom prst="rect">
            <a:avLst/>
          </a:prstGeom>
          <a:solidFill>
            <a:srgbClr val="E5EEFF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41056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503920" y="4105656"/>
            <a:ext cx="2880360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8641080" y="410565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'Computer Science'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92240" y="4800600"/>
            <a:ext cx="4892040" cy="960120"/>
          </a:xfrm>
          <a:prstGeom prst="roundRect">
            <a:avLst>
              <a:gd name="adj" fmla="val 11429"/>
            </a:avLst>
          </a:prstGeom>
          <a:solidFill>
            <a:srgbClr val="E5EEFF"/>
          </a:solidFill>
          <a:ln/>
        </p:spPr>
      </p:sp>
      <p:sp>
        <p:nvSpPr>
          <p:cNvPr id="41" name="Shape 39"/>
          <p:cNvSpPr/>
          <p:nvPr/>
        </p:nvSpPr>
        <p:spPr>
          <a:xfrm>
            <a:off x="6693408" y="5152644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7150608" y="48006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values with student.name or student['name'].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arr = [10, 20, 30, 40];   console.log(arr[2]);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up. Count the boxes out loud, starting from zero.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 and Objects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Indexing, traversal, and your first real problems.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21615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216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arrays exist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without arrays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49286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marks1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marks2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marks3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marks4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marks5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5440680" cy="1600200"/>
          </a:xfrm>
          <a:prstGeom prst="roundRect">
            <a:avLst>
              <a:gd name="adj" fmla="val 6857"/>
            </a:avLst>
          </a:prstGeom>
          <a:solidFill>
            <a:srgbClr val="FEF2F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52628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F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do that for 100 students. Then 1000. Then 10000.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5440680" cy="1234440"/>
          </a:xfrm>
          <a:prstGeom prst="roundRect">
            <a:avLst>
              <a:gd name="adj" fmla="val 8889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395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671169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94944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2075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an array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73952" y="2496312"/>
            <a:ext cx="49286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566160"/>
            <a:ext cx="1088136" cy="68580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566160"/>
            <a:ext cx="1088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428853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306056" y="3566160"/>
            <a:ext cx="1088136" cy="68580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06056" y="3566160"/>
            <a:ext cx="1088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06056" y="428853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394192" y="3566160"/>
            <a:ext cx="1088136" cy="68580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94192" y="3566160"/>
            <a:ext cx="1088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94192" y="428853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482328" y="3566160"/>
            <a:ext cx="1088136" cy="68580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82328" y="3566160"/>
            <a:ext cx="1088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482328" y="428853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570464" y="3566160"/>
            <a:ext cx="1088136" cy="68580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70464" y="3566160"/>
            <a:ext cx="1088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70464" y="4288536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4526280"/>
            <a:ext cx="5440680" cy="1600200"/>
          </a:xfrm>
          <a:prstGeom prst="roundRect">
            <a:avLst>
              <a:gd name="adj" fmla="val 6857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92240" y="452628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variable, one name, as many values as you need. Everything else today builds on this.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Indexes, and what happens past the end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109960" cy="1051560"/>
          </a:xfrm>
          <a:prstGeom prst="roundRect">
            <a:avLst>
              <a:gd name="adj" fmla="val 10435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3969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3969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3969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29968"/>
            <a:ext cx="982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50592"/>
            <a:ext cx="105978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superheroes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"Iron Man"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"Thor"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"Hulk"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"Captain America"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463040" y="3246120"/>
            <a:ext cx="2308860" cy="73152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246120"/>
            <a:ext cx="2308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Iron Man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23088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71900" y="3246120"/>
            <a:ext cx="2308860" cy="73152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1900" y="3246120"/>
            <a:ext cx="2308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71900" y="4014216"/>
            <a:ext cx="23088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3246120"/>
            <a:ext cx="2308860" cy="73152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3246120"/>
            <a:ext cx="2308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Hulk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4014216"/>
            <a:ext cx="23088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389620" y="3246120"/>
            <a:ext cx="2308860" cy="73152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89620" y="3246120"/>
            <a:ext cx="2308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Captain America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89620" y="4014216"/>
            <a:ext cx="23088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9808" y="4590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superheroes[0]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9808" y="4983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Iron Man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25112" y="44348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26280" y="4590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superheroes[3]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26280" y="4983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Captain America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01584" y="443484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02752" y="45902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superheroes[10]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302752" y="49834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02752" y="53766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index does not exist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numbers = [5, 10, 15, 20];   console.log(numbers[numbers.length - 1]);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numbers.length here? Now subtract one. That pattern gets the last element of any array.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 and Objects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what is inside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1600200"/>
          </a:xfrm>
          <a:prstGeom prst="roundRect">
            <a:avLst>
              <a:gd name="adj" fmla="val 6857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4928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"Mango"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"Banana"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"Orange"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181356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41648"/>
            <a:ext cx="181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62200" y="4041648"/>
            <a:ext cx="181356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2200" y="4041648"/>
            <a:ext cx="181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75760" y="4041648"/>
            <a:ext cx="181356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75760" y="4041648"/>
            <a:ext cx="181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138928"/>
            <a:ext cx="181356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138928"/>
            <a:ext cx="181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742432"/>
            <a:ext cx="181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62200" y="5138928"/>
            <a:ext cx="1813560" cy="566928"/>
          </a:xfrm>
          <a:prstGeom prst="rect">
            <a:avLst/>
          </a:prstGeom>
          <a:solidFill>
            <a:srgbClr val="22C55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62200" y="5138928"/>
            <a:ext cx="181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62200" y="5742432"/>
            <a:ext cx="181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75760" y="5138928"/>
            <a:ext cx="181356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75760" y="5138928"/>
            <a:ext cx="181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75760" y="5742432"/>
            <a:ext cx="1813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196596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7395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0" name="Shape 28"/>
          <p:cNvSpPr/>
          <p:nvPr/>
        </p:nvSpPr>
        <p:spPr>
          <a:xfrm>
            <a:off x="671169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1" name="Shape 29"/>
          <p:cNvSpPr/>
          <p:nvPr/>
        </p:nvSpPr>
        <p:spPr>
          <a:xfrm>
            <a:off x="694944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2075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the room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73952" y="2496312"/>
            <a:ext cx="49286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406908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4361688"/>
            <a:ext cx="181356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4361688"/>
            <a:ext cx="181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31480" y="4361688"/>
            <a:ext cx="181356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31480" y="4361688"/>
            <a:ext cx="181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845040" y="4361688"/>
            <a:ext cx="181356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45040" y="4361688"/>
            <a:ext cx="181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17920" y="516636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5458968"/>
            <a:ext cx="1813560" cy="566928"/>
          </a:xfrm>
          <a:prstGeom prst="rect">
            <a:avLst/>
          </a:prstGeom>
          <a:solidFill>
            <a:srgbClr val="22C55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5458968"/>
            <a:ext cx="181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31480" y="5458968"/>
            <a:ext cx="181356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31480" y="5458968"/>
            <a:ext cx="181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845040" y="5458968"/>
            <a:ext cx="1813560" cy="566928"/>
          </a:xfrm>
          <a:prstGeom prst="rect">
            <a:avLst/>
          </a:prstGeom>
          <a:solidFill>
            <a:srgbClr val="22C55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45040" y="5458968"/>
            <a:ext cx="181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SKILL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with a loop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492861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EE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432968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39319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simply means visiting every element, one after another. Almost every problem today starts with this loop.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5440680" cy="1005840"/>
          </a:xfrm>
          <a:prstGeom prst="roundRect">
            <a:avLst>
              <a:gd name="adj" fmla="val 10909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1206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A4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i becomes 5:   5 &lt; 5 is false, so the loop stops.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17920" y="197510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numbers = [10, 20, 30, 40, 50]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31480" y="2286000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numbers[i]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845040" y="2286000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2596896"/>
            <a:ext cx="5440680" cy="48463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596896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31480" y="2596896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numbers[0]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845040" y="2596896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3127248"/>
            <a:ext cx="54406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127248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31480" y="3127248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numbers[1]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845040" y="3127248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3657600"/>
            <a:ext cx="5440680" cy="48463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657600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031480" y="3657600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numbers[2]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845040" y="3657600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4187952"/>
            <a:ext cx="54406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4187952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031480" y="4187952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numbers[3]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845040" y="4187952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17920" y="4718304"/>
            <a:ext cx="5440680" cy="48463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4718304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031480" y="4718304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numbers[4]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845040" y="4718304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TOGETHER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1 and 2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658368"/>
          </a:xfrm>
          <a:prstGeom prst="roundRect">
            <a:avLst>
              <a:gd name="adj" fmla="val 16667"/>
            </a:avLst>
          </a:prstGeom>
          <a:solidFill>
            <a:srgbClr val="E5EE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202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every element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91693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291693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280160" y="291693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227832"/>
            <a:ext cx="49286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9377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10   25   30   45   50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5440680" cy="658368"/>
          </a:xfrm>
          <a:prstGeom prst="roundRect">
            <a:avLst>
              <a:gd name="adj" fmla="val 16667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9202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only the even numbers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217920" y="2697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291693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11696" y="291693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291693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3227832"/>
            <a:ext cx="49286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493776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49377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10   20   30</a:t>
            </a:r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a number is even when  n % 2 === 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arr = [2, 5, 8, 11];  the loop prints arr[i] when arr[i] % 2 === 0. What is printed?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5, 11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2, 8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8, 11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array out loud. For each one, ask the room: even or odd?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 and Objects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3: sum of an array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2560320"/>
          </a:xfrm>
          <a:prstGeom prst="roundRect">
            <a:avLst>
              <a:gd name="adj" fmla="val 4286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492861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EE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501548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46177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create a variable to hold the running total, then add each element to it as you pass by.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760720"/>
            <a:ext cx="5440680" cy="502920"/>
          </a:xfrm>
          <a:prstGeom prst="roundRect">
            <a:avLst>
              <a:gd name="adj" fmla="val 21818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760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100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97510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sum step by step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31480" y="2286000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845040" y="2286000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2596896"/>
            <a:ext cx="5440680" cy="48463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596896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31480" y="2596896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845040" y="2596896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3127248"/>
            <a:ext cx="54406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127248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31480" y="3127248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+ 10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845040" y="3127248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3657600"/>
            <a:ext cx="5440680" cy="48463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657600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031480" y="3657600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+ 20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845040" y="3657600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4187952"/>
            <a:ext cx="54406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4187952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031480" y="4187952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+ 30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845040" y="4187952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17920" y="4718304"/>
            <a:ext cx="5440680" cy="48463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4718304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031480" y="4718304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+ 40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845040" y="4718304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4: find the maximum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2560320"/>
          </a:xfrm>
          <a:prstGeom prst="roundRect">
            <a:avLst>
              <a:gd name="adj" fmla="val 4286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492861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E7FBE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508406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4617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first element is the biggest, then replace it whenever you meet something larger. Note the loop starts at i = 1.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197510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max step by step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031480" y="2286000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than max?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845040" y="2286000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2596896"/>
            <a:ext cx="5440680" cy="48463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596896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31480" y="2596896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845040" y="2596896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3127248"/>
            <a:ext cx="54406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3127248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31480" y="3127248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845040" y="3127248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3657600"/>
            <a:ext cx="5440680" cy="48463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657600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031480" y="3657600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845040" y="3657600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4187952"/>
            <a:ext cx="54406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4187952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31480" y="4187952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45040" y="4187952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17920" y="4718304"/>
            <a:ext cx="5440680" cy="48463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4718304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031480" y="4718304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845040" y="4718304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7920" y="5440680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92240" y="5440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80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TOGETHER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5: count the positives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760720" cy="2743200"/>
          </a:xfrm>
          <a:prstGeom prst="roundRect">
            <a:avLst>
              <a:gd name="adj" fmla="val 4000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524865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5760720" cy="1051560"/>
          </a:xfrm>
          <a:prstGeom prst="roundRect">
            <a:avLst>
              <a:gd name="adj" fmla="val 10435"/>
            </a:avLst>
          </a:prstGeom>
          <a:solidFill>
            <a:srgbClr val="EE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524408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48463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is the same shape as summing. One variable, updated only when a condition is true.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2743200"/>
            <a:ext cx="845820" cy="64008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743200"/>
            <a:ext cx="8458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419856"/>
            <a:ext cx="84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29500" y="2743200"/>
            <a:ext cx="845820" cy="640080"/>
          </a:xfrm>
          <a:prstGeom prst="rect">
            <a:avLst/>
          </a:prstGeom>
          <a:solidFill>
            <a:srgbClr val="22C55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9500" y="2743200"/>
            <a:ext cx="8458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29500" y="3419856"/>
            <a:ext cx="84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75320" y="2743200"/>
            <a:ext cx="845820" cy="64008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2743200"/>
            <a:ext cx="8458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3419856"/>
            <a:ext cx="84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121140" y="2743200"/>
            <a:ext cx="845820" cy="640080"/>
          </a:xfrm>
          <a:prstGeom prst="rect">
            <a:avLst/>
          </a:prstGeom>
          <a:solidFill>
            <a:srgbClr val="22C55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21140" y="2743200"/>
            <a:ext cx="8458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21140" y="3419856"/>
            <a:ext cx="84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0" y="2743200"/>
            <a:ext cx="845820" cy="64008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66960" y="2743200"/>
            <a:ext cx="8458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66960" y="3419856"/>
            <a:ext cx="84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812780" y="2743200"/>
            <a:ext cx="845820" cy="640080"/>
          </a:xfrm>
          <a:prstGeom prst="rect">
            <a:avLst/>
          </a:prstGeom>
          <a:solidFill>
            <a:srgbClr val="22C55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812780" y="2743200"/>
            <a:ext cx="8458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812780" y="3419856"/>
            <a:ext cx="8458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83680" y="370332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elements are greater than zero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4206240"/>
            <a:ext cx="5074920" cy="1691640"/>
          </a:xfrm>
          <a:prstGeom prst="roundRect">
            <a:avLst>
              <a:gd name="adj" fmla="val 6486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0" y="43708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with 0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858000" y="473659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is not positive, so the condition uses &gt; 0 and not &gt;= 0. This is exactly the kind of detail an interviewer checks.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371600"/>
            <a:ext cx="3200400" cy="32004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254000" dist="38100" dir="5400000">
              <a:srgbClr val="0B122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94960" y="228600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264261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091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 break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5440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up. Water. Rest your eyes. We resume on the dot.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64008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6400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PROBLEMS DONE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array methods, then strings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you already know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623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214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21214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the end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578608"/>
            <a:ext cx="1667256" cy="402336"/>
          </a:xfrm>
          <a:prstGeom prst="rect">
            <a:avLst/>
          </a:prstGeom>
          <a:solidFill>
            <a:srgbClr val="C7DB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578608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9360" y="2578608"/>
            <a:ext cx="1667256" cy="402336"/>
          </a:xfrm>
          <a:prstGeom prst="rect">
            <a:avLst/>
          </a:prstGeom>
          <a:solidFill>
            <a:srgbClr val="C7DBFF"/>
          </a:solidFill>
          <a:ln/>
        </p:spPr>
      </p:sp>
      <p:sp>
        <p:nvSpPr>
          <p:cNvPr id="11" name="Text 9"/>
          <p:cNvSpPr/>
          <p:nvPr/>
        </p:nvSpPr>
        <p:spPr>
          <a:xfrm>
            <a:off x="2499360" y="2578608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072384"/>
            <a:ext cx="0" cy="164592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7240" y="3291840"/>
            <a:ext cx="1667256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291840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99360" y="3291840"/>
            <a:ext cx="1667256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2499360" y="3291840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21480" y="3291840"/>
            <a:ext cx="1667256" cy="40233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221480" y="3291840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46520" y="2011680"/>
            <a:ext cx="5623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21214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72600" y="21214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the end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75120" y="2578608"/>
            <a:ext cx="1667256" cy="402336"/>
          </a:xfrm>
          <a:prstGeom prst="rect">
            <a:avLst/>
          </a:prstGeom>
          <a:solidFill>
            <a:srgbClr val="C7DBFF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578608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97240" y="2578608"/>
            <a:ext cx="1667256" cy="402336"/>
          </a:xfrm>
          <a:prstGeom prst="rect">
            <a:avLst/>
          </a:prstGeom>
          <a:solidFill>
            <a:srgbClr val="C7DBFF"/>
          </a:solidFill>
          <a:ln/>
        </p:spPr>
      </p:sp>
      <p:sp>
        <p:nvSpPr>
          <p:cNvPr id="25" name="Text 23"/>
          <p:cNvSpPr/>
          <p:nvPr/>
        </p:nvSpPr>
        <p:spPr>
          <a:xfrm>
            <a:off x="8397240" y="2578608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119360" y="2578608"/>
            <a:ext cx="1667256" cy="402336"/>
          </a:xfrm>
          <a:prstGeom prst="rect">
            <a:avLst/>
          </a:prstGeom>
          <a:solidFill>
            <a:srgbClr val="C7DB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119360" y="2578608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Banana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12280" y="3072384"/>
            <a:ext cx="0" cy="164592"/>
          </a:xfrm>
          <a:prstGeom prst="line">
            <a:avLst/>
          </a:prstGeom>
          <a:noFill/>
          <a:ln w="1905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75120" y="3291840"/>
            <a:ext cx="1667256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3291840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397240" y="3291840"/>
            <a:ext cx="1667256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8397240" y="3291840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023360"/>
            <a:ext cx="5623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77240" y="41330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unshift()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74720" y="41330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the start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77240" y="4590288"/>
            <a:ext cx="1667256" cy="402336"/>
          </a:xfrm>
          <a:prstGeom prst="rect">
            <a:avLst/>
          </a:prstGeom>
          <a:solidFill>
            <a:srgbClr val="C7DBFF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590288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99360" y="4590288"/>
            <a:ext cx="1667256" cy="402336"/>
          </a:xfrm>
          <a:prstGeom prst="rect">
            <a:avLst/>
          </a:prstGeom>
          <a:solidFill>
            <a:srgbClr val="C7DBFF"/>
          </a:solidFill>
          <a:ln/>
        </p:spPr>
      </p:sp>
      <p:sp>
        <p:nvSpPr>
          <p:cNvPr id="39" name="Text 37"/>
          <p:cNvSpPr/>
          <p:nvPr/>
        </p:nvSpPr>
        <p:spPr>
          <a:xfrm>
            <a:off x="2499360" y="4590288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4400" y="5084064"/>
            <a:ext cx="0" cy="164592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77240" y="5303520"/>
            <a:ext cx="1667256" cy="40233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5303520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499360" y="5303520"/>
            <a:ext cx="1667256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2499360" y="5303520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21480" y="5303520"/>
            <a:ext cx="1667256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4221480" y="5303520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46520" y="4023360"/>
            <a:ext cx="56235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675120" y="41330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shift()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372600" y="413308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the start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675120" y="4590288"/>
            <a:ext cx="1667256" cy="402336"/>
          </a:xfrm>
          <a:prstGeom prst="rect">
            <a:avLst/>
          </a:prstGeom>
          <a:solidFill>
            <a:srgbClr val="C7DBFF"/>
          </a:solidFill>
          <a:ln/>
        </p:spPr>
      </p:sp>
      <p:sp>
        <p:nvSpPr>
          <p:cNvPr id="51" name="Text 49"/>
          <p:cNvSpPr/>
          <p:nvPr/>
        </p:nvSpPr>
        <p:spPr>
          <a:xfrm>
            <a:off x="6675120" y="4590288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397240" y="4590288"/>
            <a:ext cx="1667256" cy="402336"/>
          </a:xfrm>
          <a:prstGeom prst="rect">
            <a:avLst/>
          </a:prstGeom>
          <a:solidFill>
            <a:srgbClr val="C7DBFF"/>
          </a:solidFill>
          <a:ln/>
        </p:spPr>
      </p:sp>
      <p:sp>
        <p:nvSpPr>
          <p:cNvPr id="53" name="Text 51"/>
          <p:cNvSpPr/>
          <p:nvPr/>
        </p:nvSpPr>
        <p:spPr>
          <a:xfrm>
            <a:off x="8397240" y="4590288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119360" y="4590288"/>
            <a:ext cx="1667256" cy="402336"/>
          </a:xfrm>
          <a:prstGeom prst="rect">
            <a:avLst/>
          </a:prstGeom>
          <a:solidFill>
            <a:srgbClr val="C7DBFF"/>
          </a:solidFill>
          <a:ln/>
        </p:spPr>
      </p:sp>
      <p:sp>
        <p:nvSpPr>
          <p:cNvPr id="55" name="Text 53"/>
          <p:cNvSpPr/>
          <p:nvPr/>
        </p:nvSpPr>
        <p:spPr>
          <a:xfrm>
            <a:off x="10119360" y="4590288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12280" y="5084064"/>
            <a:ext cx="0" cy="164592"/>
          </a:xfrm>
          <a:prstGeom prst="line">
            <a:avLst/>
          </a:prstGeom>
          <a:noFill/>
          <a:ln w="1905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675120" y="5303520"/>
            <a:ext cx="1667256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8" name="Text 56"/>
          <p:cNvSpPr/>
          <p:nvPr/>
        </p:nvSpPr>
        <p:spPr>
          <a:xfrm>
            <a:off x="6675120" y="5303520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397240" y="5303520"/>
            <a:ext cx="1667256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0" name="Text 58"/>
          <p:cNvSpPr/>
          <p:nvPr/>
        </p:nvSpPr>
        <p:spPr>
          <a:xfrm>
            <a:off x="8397240" y="5303520"/>
            <a:ext cx="1667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Mango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04188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041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METHODS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more worth knowing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E5EE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2128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includes()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element present?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" y="3310128"/>
            <a:ext cx="2295144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310128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fruits.includes("Mango")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4187952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4434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10712" y="20116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11880" y="22128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indexOf()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260604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it? -1 if missing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11880" y="3310128"/>
            <a:ext cx="2295144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3310128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fruits.indexOf("Mango")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11880" y="4187952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11880" y="4434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2784" y="20116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73952" y="22128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slice(1, 4)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73952" y="260604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copy of part of the array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73952" y="3310128"/>
            <a:ext cx="2295144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3310128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[10,20,30,40,50].slice(1,4)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73952" y="4187952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73952" y="4434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[20, 30, 40]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134856" y="20116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EEF2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36024" y="2212848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join(" ")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336024" y="2606040"/>
            <a:ext cx="2295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array into a string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336024" y="3310128"/>
            <a:ext cx="2295144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427464" y="3310128"/>
            <a:ext cx="211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["I","Love","JS"].join(" ")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336024" y="4187952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336024" y="4434840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Love JS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11109960" cy="685800"/>
          </a:xfrm>
          <a:prstGeom prst="roundRect">
            <a:avLst>
              <a:gd name="adj" fmla="val 16000"/>
            </a:avLst>
          </a:prstGeom>
          <a:solidFill>
            <a:srgbClr val="FFF3E0"/>
          </a:solidFill>
          <a:ln/>
        </p:spPr>
      </p:sp>
      <p:sp>
        <p:nvSpPr>
          <p:cNvPr id="34" name="Shape 32"/>
          <p:cNvSpPr/>
          <p:nvPr/>
        </p:nvSpPr>
        <p:spPr>
          <a:xfrm>
            <a:off x="749808" y="547268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1207008" y="52578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slice, the ending index is not included. slice(1, 4) gives you items 1, 2 and 3.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arr = [10, 20, 30, 40];   console.log(arr.slice(1, 3));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[10, 20]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[20, 30]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[20, 30, 40]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[10, 20, 30]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what we just said about the ending index.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 and Objects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just an indexed sequence of characters.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indexed too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3969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3969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3969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2996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50592"/>
            <a:ext cx="4928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"SCALER"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'Rahul'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34440" y="3657600"/>
            <a:ext cx="678180" cy="65836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657600"/>
            <a:ext cx="6781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4352544"/>
            <a:ext cx="678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12620" y="3657600"/>
            <a:ext cx="678180" cy="65836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12620" y="3657600"/>
            <a:ext cx="6781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912620" y="4352544"/>
            <a:ext cx="678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90800" y="3657600"/>
            <a:ext cx="678180" cy="65836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90800" y="3657600"/>
            <a:ext cx="6781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90800" y="4352544"/>
            <a:ext cx="678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68980" y="3657600"/>
            <a:ext cx="678180" cy="65836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8980" y="3657600"/>
            <a:ext cx="6781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68980" y="4352544"/>
            <a:ext cx="678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947160" y="3657600"/>
            <a:ext cx="678180" cy="65836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47160" y="3657600"/>
            <a:ext cx="6781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947160" y="4352544"/>
            <a:ext cx="678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25340" y="3657600"/>
            <a:ext cx="678180" cy="65836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5340" y="3657600"/>
            <a:ext cx="6781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25340" y="4352544"/>
            <a:ext cx="6781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57200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quote styles make a valid string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210312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82512" y="21945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str[0]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82512" y="25237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006840" y="210312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71432" y="21945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str[3]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71432" y="25237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310896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82512" y="32004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str.length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82512" y="35295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006840" y="3108960"/>
            <a:ext cx="26517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171432" y="320040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str[str.length - 1]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71432" y="35295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217920" y="4206240"/>
            <a:ext cx="5440680" cy="82296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419088" y="448970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4" name="Text 42"/>
          <p:cNvSpPr/>
          <p:nvPr/>
        </p:nvSpPr>
        <p:spPr>
          <a:xfrm>
            <a:off x="6876288" y="4206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character of any string is str[str.length - 1]. Same pattern as arrays.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217920" y="516636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73952" y="53858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7" name="Shape 45"/>
          <p:cNvSpPr/>
          <p:nvPr/>
        </p:nvSpPr>
        <p:spPr>
          <a:xfrm>
            <a:off x="6711696" y="53858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8" name="Shape 46"/>
          <p:cNvSpPr/>
          <p:nvPr/>
        </p:nvSpPr>
        <p:spPr>
          <a:xfrm>
            <a:off x="6949440" y="53858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0" y="52760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traversing a string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73952" y="5696712"/>
            <a:ext cx="49286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TOGETHER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7: count the vowels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2834640"/>
          </a:xfrm>
          <a:prstGeom prst="roundRect">
            <a:avLst>
              <a:gd name="adj" fmla="val 3871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attempt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49286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"u"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works, but it is long and easy to typo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3657600"/>
            <a:ext cx="36576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0" y="1965960"/>
            <a:ext cx="5074920" cy="2834640"/>
          </a:xfrm>
          <a:prstGeom prst="roundRect">
            <a:avLst>
              <a:gd name="adj" fmla="val 3871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3971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Shape 13"/>
          <p:cNvSpPr/>
          <p:nvPr/>
        </p:nvSpPr>
        <p:spPr>
          <a:xfrm>
            <a:off x="707745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2075688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much better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39712" y="2496312"/>
            <a:ext cx="456285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"javascript"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vowels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"aeiou"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vowels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48920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shorter, and reads like the sentence you would say out loud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5349240"/>
            <a:ext cx="667512" cy="50292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534924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10712" y="5349240"/>
            <a:ext cx="667512" cy="502920"/>
          </a:xfrm>
          <a:prstGeom prst="rect">
            <a:avLst/>
          </a:prstGeom>
          <a:solidFill>
            <a:srgbClr val="22C55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534924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078224" y="5349240"/>
            <a:ext cx="667512" cy="50292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78224" y="534924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45736" y="5349240"/>
            <a:ext cx="667512" cy="502920"/>
          </a:xfrm>
          <a:prstGeom prst="rect">
            <a:avLst/>
          </a:prstGeom>
          <a:solidFill>
            <a:srgbClr val="22C55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45736" y="534924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13248" y="5349240"/>
            <a:ext cx="667512" cy="50292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3248" y="534924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80760" y="5349240"/>
            <a:ext cx="667512" cy="50292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534924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48272" y="5349240"/>
            <a:ext cx="667512" cy="50292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48272" y="534924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15784" y="5349240"/>
            <a:ext cx="667512" cy="502920"/>
          </a:xfrm>
          <a:prstGeom prst="rect">
            <a:avLst/>
          </a:prstGeom>
          <a:solidFill>
            <a:srgbClr val="22C55E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15784" y="534924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83296" y="5349240"/>
            <a:ext cx="667512" cy="50292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83296" y="534924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750808" y="5349240"/>
            <a:ext cx="667512" cy="502920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50808" y="534924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5349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3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8: reverse a string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492861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reversed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i--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reversed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reversed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5440680" cy="1051560"/>
          </a:xfrm>
          <a:prstGeom prst="roundRect">
            <a:avLst>
              <a:gd name="adj" fmla="val 10435"/>
            </a:avLst>
          </a:prstGeom>
          <a:solidFill>
            <a:srgbClr val="EE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478688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43891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runs backwards: start at the last index, and count down while i is still zero or more.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577840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577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olleh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97510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reversed string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31480" y="2286000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str[i]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845040" y="2286000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2596896"/>
            <a:ext cx="5440680" cy="48463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596896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31480" y="2596896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845040" y="2596896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3127248"/>
            <a:ext cx="54406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127248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31480" y="3127248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845040" y="3127248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3657600"/>
            <a:ext cx="5440680" cy="48463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657600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031480" y="3657600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845040" y="3657600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4187952"/>
            <a:ext cx="54406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4187952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031480" y="4187952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845040" y="4187952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17920" y="4718304"/>
            <a:ext cx="5440680" cy="484632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4718304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031480" y="4718304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845040" y="4718304"/>
            <a:ext cx="1813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olleh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str = "code"; the loop runs backwards building result += str[i]. What prints?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edoc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four letters out from the back. That is your answer.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 and Objects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THE LAST 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9: is it a palindrome?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760720" cy="3108960"/>
          </a:xfrm>
          <a:prstGeom prst="roundRect">
            <a:avLst>
              <a:gd name="adj" fmla="val 3529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524865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"madam"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i--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reversed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"Palindrome"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 a Palindrome"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5212080"/>
            <a:ext cx="5760720" cy="914400"/>
          </a:xfrm>
          <a:prstGeom prst="roundRect">
            <a:avLst>
              <a:gd name="adj" fmla="val 12000"/>
            </a:avLst>
          </a:prstGeom>
          <a:solidFill>
            <a:srgbClr val="E7FBE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554126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52120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we solved this by reusing Problem 8. Most problems are small problems stacked together.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196596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palindrome reads the same both ways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949440" y="2743200"/>
            <a:ext cx="86868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743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18120" y="2743200"/>
            <a:ext cx="86868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18120" y="2743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0" y="2743200"/>
            <a:ext cx="86868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2743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555480" y="2743200"/>
            <a:ext cx="86868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2743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424160" y="2743200"/>
            <a:ext cx="86868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0" y="27432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23760" y="3520440"/>
            <a:ext cx="37947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headEnd type="triangl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6949440" y="36118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forwards and backwards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9440" y="4114800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7FBEF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madam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949440" y="4681728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7FBEF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46817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level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949440" y="5248656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E7FBEF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52486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racecar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281160" y="4114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reverse it.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compare with the original.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methods worth memorising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109960" cy="530352"/>
          </a:xfrm>
          <a:prstGeom prst="roundRect">
            <a:avLst>
              <a:gd name="adj" fmla="val 20690"/>
            </a:avLst>
          </a:prstGeom>
          <a:solidFill>
            <a:srgbClr val="F1F6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96596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toUpperCase()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0" y="196596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"javascript"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19659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21040" y="196596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"JAVASCRIPT"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569464"/>
            <a:ext cx="1110996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56946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toLowerCase()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0" y="256946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"JAVASCRIPT"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256946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321040" y="256946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"javascript"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172968"/>
            <a:ext cx="11109960" cy="530352"/>
          </a:xfrm>
          <a:prstGeom prst="roundRect">
            <a:avLst>
              <a:gd name="adj" fmla="val 20690"/>
            </a:avLst>
          </a:prstGeom>
          <a:solidFill>
            <a:srgbClr val="F1F6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17296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includes()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00400" y="317296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love JS".includes("JS")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3172968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317296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76472"/>
            <a:ext cx="1110996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37764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indexOf()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00400" y="377647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"javascript".indexOf("s")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377647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377647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379976"/>
            <a:ext cx="11109960" cy="530352"/>
          </a:xfrm>
          <a:prstGeom prst="roundRect">
            <a:avLst>
              <a:gd name="adj" fmla="val 20690"/>
            </a:avLst>
          </a:prstGeom>
          <a:solidFill>
            <a:srgbClr val="F1F6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437997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slice(0, 4)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200400" y="437997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"JavaScript"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437997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437997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"Java"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983480"/>
            <a:ext cx="1110996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77240" y="498348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trim()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200400" y="498348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Rahul   "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0" y="498348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21040" y="49834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"Rahul"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586984"/>
            <a:ext cx="11109960" cy="530352"/>
          </a:xfrm>
          <a:prstGeom prst="roundRect">
            <a:avLst>
              <a:gd name="adj" fmla="val 20690"/>
            </a:avLst>
          </a:prstGeom>
          <a:solidFill>
            <a:srgbClr val="F1F6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40" y="558698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split(" ")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200400" y="558698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love JavaScript"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98080" y="558698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21040" y="558698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["I","love","JavaScript"]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6263640"/>
            <a:ext cx="10607040" cy="502920"/>
          </a:xfrm>
          <a:prstGeom prst="roundRect">
            <a:avLst>
              <a:gd name="adj" fmla="val 21818"/>
            </a:avLst>
          </a:prstGeom>
          <a:solidFill>
            <a:srgbClr val="E5EEFF"/>
          </a:solidFill>
          <a:ln/>
        </p:spPr>
      </p:sp>
      <p:sp>
        <p:nvSpPr>
          <p:cNvPr id="41" name="Shape 39"/>
          <p:cNvSpPr/>
          <p:nvPr/>
        </p:nvSpPr>
        <p:spPr>
          <a:xfrm>
            <a:off x="749808" y="6387084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40"/>
          <p:cNvSpPr/>
          <p:nvPr/>
        </p:nvSpPr>
        <p:spPr>
          <a:xfrm>
            <a:off x="1207008" y="6263640"/>
            <a:ext cx="9738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turns a string into an array, and join turns an array back into a string. They are opposites.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802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MEET ARRAYS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10: count the words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760720" cy="2103120"/>
          </a:xfrm>
          <a:prstGeom prst="roundRect">
            <a:avLst>
              <a:gd name="adj" fmla="val 5217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524865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love learning JavaScript"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760720" cy="9144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453542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42062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it is an array, every array skill you learned this morning applies to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196596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0" y="2286000"/>
            <a:ext cx="4526280" cy="5486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2860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love learning JavaScript"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16568" y="2926080"/>
            <a:ext cx="0" cy="41148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23544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split(" ")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3474720"/>
            <a:ext cx="113157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3474720"/>
            <a:ext cx="113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4078224"/>
            <a:ext cx="11315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89570" y="3474720"/>
            <a:ext cx="113157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89570" y="3474720"/>
            <a:ext cx="113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89570" y="4078224"/>
            <a:ext cx="11315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21140" y="3474720"/>
            <a:ext cx="113157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1140" y="3474720"/>
            <a:ext cx="113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21140" y="4078224"/>
            <a:ext cx="11315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252710" y="3474720"/>
            <a:ext cx="1131570" cy="566928"/>
          </a:xfrm>
          <a:prstGeom prst="rect">
            <a:avLst/>
          </a:prstGeom>
          <a:solidFill>
            <a:srgbClr val="2563E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52710" y="3474720"/>
            <a:ext cx="11315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252710" y="4078224"/>
            <a:ext cx="11315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words.length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144000" y="4526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0" y="50292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on a space breaks the sentence at every gap, and each piece becomes one array element.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80560" y="1371600"/>
            <a:ext cx="3200400" cy="32004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254000" dist="38100" dir="5400000">
              <a:srgbClr val="0B122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94960" y="2286000"/>
            <a:ext cx="1371600" cy="13716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1576" y="2642616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7091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 break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54406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up. Water. Rest your eyes. We resume on the dot.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6400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640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AND STRINGS DONE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59436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objects, and real-world data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868680" y="3063240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778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68680" y="48920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everything about one real thing.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424160" y="1005840"/>
            <a:ext cx="1005840" cy="10058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5678" y="126735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notation and bracket notation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49286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"Rahul"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"Delhi"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E5EE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343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student.name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37560" y="4343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notation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student['name']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37560" y="4846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notation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3949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give 'Rahul'. So why have two?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96596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111B34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217627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3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BRACKETS MATTER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25420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key = "name";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3017520"/>
            <a:ext cx="489204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20840" y="315468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student.key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20840" y="350215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for a property literally called 'key'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20840" y="38221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4389120"/>
            <a:ext cx="489204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20840" y="452628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student[key]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20840" y="48737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what key holds first, so it becomes student['name']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20840" y="52303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'Rahul'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568756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brackets whenever the key is stored in a variable.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 = { name: "Aman", age: 22 };  let property = "age";  console.log(user[property]);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what property holds, then read the line again.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 and Objects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and looping over an object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488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68680" y="265176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1F6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276148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user.age = 21;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312724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 existing key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74904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1F6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385876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user.city = 'Bangalore';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51560" y="42245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brand new key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4846320"/>
            <a:ext cx="4800600" cy="914400"/>
          </a:xfrm>
          <a:prstGeom prst="roundRect">
            <a:avLst>
              <a:gd name="adj" fmla="val 12000"/>
            </a:avLst>
          </a:prstGeom>
          <a:solidFill>
            <a:srgbClr val="F1F6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4956048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user.age;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1560" y="532180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key entirely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1169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94944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2075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for...in loop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73952" y="2496312"/>
            <a:ext cx="49286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4251960"/>
            <a:ext cx="2720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938260" y="4251960"/>
            <a:ext cx="2720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student[key]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4562856"/>
            <a:ext cx="5440680" cy="411480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4562856"/>
            <a:ext cx="2720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938260" y="4562856"/>
            <a:ext cx="2720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Rahul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5020056"/>
            <a:ext cx="54406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5020056"/>
            <a:ext cx="2720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938260" y="5020056"/>
            <a:ext cx="2720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0" y="5477256"/>
            <a:ext cx="5440680" cy="411480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5477256"/>
            <a:ext cx="2720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938260" y="5477256"/>
            <a:ext cx="2720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5934456"/>
            <a:ext cx="544068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5934456"/>
            <a:ext cx="2720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38260" y="5934456"/>
            <a:ext cx="2720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17920" y="61722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for...in hands you the keys, and you look up each value yourself.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8026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REAL DATA LOOKS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of objects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3291840"/>
          </a:xfrm>
          <a:prstGeom prst="roundRect">
            <a:avLst>
              <a:gd name="adj" fmla="val 3333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49286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"Rahul"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"Aman"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9CC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"Priya"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394960"/>
            <a:ext cx="5440680" cy="731520"/>
          </a:xfrm>
          <a:prstGeom prst="roundRect">
            <a:avLst>
              <a:gd name="adj" fmla="val 15000"/>
            </a:avLst>
          </a:prstGeom>
          <a:solidFill>
            <a:srgbClr val="EE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563270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5394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on the outside, an object at every index. This is what an API returns.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121408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2542032"/>
            <a:ext cx="457200" cy="86868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254203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86600" y="2542032"/>
            <a:ext cx="4297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26151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'Rahul'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29809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marks: </a:t>
            </a:r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3593592"/>
            <a:ext cx="457200" cy="86868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59359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86600" y="3593592"/>
            <a:ext cx="4297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69480" y="36667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'Aman'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69480" y="40325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marks: </a:t>
            </a:r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4645152"/>
            <a:ext cx="457200" cy="86868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645152"/>
            <a:ext cx="457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86600" y="4645152"/>
            <a:ext cx="4297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69480" y="47183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'Priya'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69480" y="50840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marks: </a:t>
            </a:r>
            <a:pPr algn="l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57150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students[2].marks  gives  95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92811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28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12: find the topper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18541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" y="218541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280160" y="218541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2075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2496312"/>
            <a:ext cx="49286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topper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topper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topper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topper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E7FBEF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490118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4480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maximum problem again. The only change is comparing students[i].marks instead of a plain number.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669280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E7FBEF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669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Priya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97510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the topper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031480" y="2286000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&gt; topper?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845040" y="2286000"/>
            <a:ext cx="181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8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2596896"/>
            <a:ext cx="5440680" cy="521208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596896"/>
            <a:ext cx="1813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start: Rahul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31480" y="2596896"/>
            <a:ext cx="1813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845040" y="2596896"/>
            <a:ext cx="1813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Rahul (85)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3163824"/>
            <a:ext cx="5440680" cy="5212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3163824"/>
            <a:ext cx="1813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Aman (70)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31480" y="3163824"/>
            <a:ext cx="1813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845040" y="3163824"/>
            <a:ext cx="1813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Rahul (85)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3730752"/>
            <a:ext cx="5440680" cy="521208"/>
          </a:xfrm>
          <a:prstGeom prst="rect">
            <a:avLst/>
          </a:prstGeom>
          <a:solidFill>
            <a:srgbClr val="F1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730752"/>
            <a:ext cx="1813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 (95)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031480" y="3730752"/>
            <a:ext cx="1813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845040" y="3730752"/>
            <a:ext cx="1813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 (95)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4617720"/>
            <a:ext cx="5440680" cy="1600200"/>
          </a:xfrm>
          <a:prstGeom prst="roundRect">
            <a:avLst>
              <a:gd name="adj" fmla="val 6857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73952" y="483717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4" name="Shape 32"/>
          <p:cNvSpPr/>
          <p:nvPr/>
        </p:nvSpPr>
        <p:spPr>
          <a:xfrm>
            <a:off x="6711696" y="483717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5" name="Shape 33"/>
          <p:cNvSpPr/>
          <p:nvPr/>
        </p:nvSpPr>
        <p:spPr>
          <a:xfrm>
            <a:off x="6949440" y="483717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0" y="472744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13: who passed?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73952" y="5148072"/>
            <a:ext cx="4928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challenge: four problems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235440" y="502920"/>
            <a:ext cx="24231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72600" y="658368"/>
            <a:ext cx="457200" cy="457200"/>
          </a:xfrm>
          <a:prstGeom prst="ellipse">
            <a:avLst/>
          </a:prstGeom>
          <a:solidFill>
            <a:srgbClr val="FFF1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2" y="77724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21240" y="6583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four, one scribe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372600" y="1170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15 min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1920240"/>
            <a:ext cx="11109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19202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  </a:t>
            </a:r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an array of users, each with a name, city and age. Solve all four.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365760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325880" y="3630168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names of all users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85800" y="4443984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8580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25880" y="4416552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only the users who live in Delhi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85800" y="5230368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8580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25880" y="5202936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users are older than 20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85800" y="6016752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85800" y="6016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325880" y="598932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oldest user, then compare approaches across your row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 and Objects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1216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3121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challenge: solutions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All names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55117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" y="255117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255117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862072"/>
            <a:ext cx="51114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46520" y="1965960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Users from Delhi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46520" y="233172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02552" y="255117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0296" y="255117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78040" y="255117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02552" y="2862072"/>
            <a:ext cx="51114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"Delhi"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Older than 20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52628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474573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2416" y="474573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80160" y="474573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056632"/>
            <a:ext cx="51114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46520" y="4160520"/>
            <a:ext cx="5623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oldest user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46520" y="4526280"/>
            <a:ext cx="5623560" cy="1645920"/>
          </a:xfrm>
          <a:prstGeom prst="roundRect">
            <a:avLst>
              <a:gd name="adj" fmla="val 6667"/>
            </a:avLst>
          </a:prstGeom>
          <a:solidFill>
            <a:srgbClr val="0C1526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02552" y="4745736"/>
            <a:ext cx="128016" cy="128016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Shape 24"/>
          <p:cNvSpPr/>
          <p:nvPr/>
        </p:nvSpPr>
        <p:spPr>
          <a:xfrm>
            <a:off x="6940296" y="4745736"/>
            <a:ext cx="128016" cy="128016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Shape 25"/>
          <p:cNvSpPr/>
          <p:nvPr/>
        </p:nvSpPr>
        <p:spPr>
          <a:xfrm>
            <a:off x="7178040" y="4745736"/>
            <a:ext cx="128016" cy="128016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ext 26"/>
          <p:cNvSpPr/>
          <p:nvPr/>
        </p:nvSpPr>
        <p:spPr>
          <a:xfrm>
            <a:off x="6702552" y="5056632"/>
            <a:ext cx="51114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oldest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B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oldest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oldest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6309360"/>
            <a:ext cx="10607040" cy="475488"/>
          </a:xfrm>
          <a:prstGeom prst="roundRect">
            <a:avLst>
              <a:gd name="adj" fmla="val 23077"/>
            </a:avLst>
          </a:prstGeom>
          <a:solidFill>
            <a:srgbClr val="EEF2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49808" y="6419088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1207008" y="6309360"/>
            <a:ext cx="9738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2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the same loop. Only the line inside the if changes.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have scores A:50, B:80, C:60. The loop keeps whoever has the higher score. What prints?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86500" y="23317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7157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5608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46620" y="23317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86500" y="3931920"/>
            <a:ext cx="53721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60820" y="43159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08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46620" y="3931920"/>
            <a:ext cx="42291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109960" cy="777240"/>
          </a:xfrm>
          <a:prstGeom prst="roundRect">
            <a:avLst>
              <a:gd name="adj" fmla="val 14118"/>
            </a:avLst>
          </a:prstGeom>
          <a:solidFill>
            <a:srgbClr val="E7FBE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792724"/>
            <a:ext cx="256032" cy="25603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1207008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it: highest starts as A, then compare B, then C.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 and Objects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54864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picture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22860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374" y="244053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traversal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83080" y="25328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 loop that underpins nearly every problem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46520" y="19659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75120" y="22860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654" y="24405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52360" y="2130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max, count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452360" y="25328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variable, updated as you pass each element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77240" y="33375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05840" y="36576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374" y="381213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783080" y="3502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indexing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783080" y="39044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behave like arrays of characters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46520" y="33375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75120" y="36576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654" y="381213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52360" y="3502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and join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452360" y="39044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between strings and arrays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77240" y="47091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05840" y="5029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374" y="5183734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783080" y="4873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access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783080" y="52760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when you know the key, brackets when it is in a variable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446520" y="47091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675120" y="5029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9654" y="5183734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452360" y="4873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of objects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7452360" y="52760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nearly all real application data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3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problems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85416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9659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smallest number in [10, 5, 30, 2, 50]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4406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9088" y="2185416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03720" y="19659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consonants in 'javascript'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816352"/>
            <a:ext cx="54406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035808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81635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string 'scaler'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2816352"/>
            <a:ext cx="54406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19088" y="3035808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03720" y="2816352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'racecar' is a palindrome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666744"/>
            <a:ext cx="54406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8862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366674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times 10 appears in [10,20,10,30,10,40]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3666744"/>
            <a:ext cx="54406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19088" y="388620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419088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3666744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most expensive product from a products array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517136"/>
            <a:ext cx="54406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9808" y="4736592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" y="4736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34440" y="451713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total price of all products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17920" y="4517136"/>
            <a:ext cx="54406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19088" y="4736592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6419088" y="4736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03720" y="451713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longest string in ['apple','banana','kiwi','watermelon']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5367528"/>
            <a:ext cx="54406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C7DBFF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49808" y="5586984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" y="5586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234440" y="536752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employees earning more than 45000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217920" y="5367528"/>
            <a:ext cx="5440680" cy="777240"/>
          </a:xfrm>
          <a:prstGeom prst="roundRect">
            <a:avLst>
              <a:gd name="adj" fmla="val 14118"/>
            </a:avLst>
          </a:prstGeom>
          <a:solidFill>
            <a:srgbClr val="FFF3E0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19088" y="5586984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419088" y="5586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03720" y="536752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A4A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 value, where value = price times quantity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B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206240" cy="42062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623560" y="1371600"/>
            <a:ext cx="1188720" cy="11887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27" y="1680667"/>
            <a:ext cx="570586" cy="5705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doubts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56616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syntax is not the goal. Breaking a problem into steps is.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794760" y="4480560"/>
            <a:ext cx="4572000" cy="100584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977640" y="44805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 practice problems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247120" y="64190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2026-09-05T16:36:34Z</dcterms:created>
  <dcterms:modified xsi:type="dcterms:W3CDTF">2026-09-05T16:36:34Z</dcterms:modified>
</cp:coreProperties>
</file>